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8" r:id="rId2"/>
    <p:sldId id="319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F4A7"/>
    <a:srgbClr val="2BC3D7"/>
    <a:srgbClr val="59A8A3"/>
    <a:srgbClr val="45AD79"/>
    <a:srgbClr val="056032"/>
    <a:srgbClr val="EBA48C"/>
    <a:srgbClr val="FF9C3B"/>
    <a:srgbClr val="6A2D6B"/>
    <a:srgbClr val="452752"/>
    <a:srgbClr val="105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EDB3-841E-4759-978F-4C8A772DC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B9B238-9D44-4895-9D0D-0EBC75D0D7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B0B30D-6ABA-4C41-AAD1-F61BE28F4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5C9D-BA32-410D-A5A1-5DF38F7EE568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72EE14-D575-4B6B-8846-AAE6CE3A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EB8ECA-82E3-43A9-BEBB-9D0582FDF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AD7C-4BE8-4791-AA48-00BDAE2F71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2954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92D1A-785B-4835-A11E-EA530E4F9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69ABF4-C631-4896-87BD-2EFD30440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E4FB78-16AF-486A-BD10-C490A776A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5C9D-BA32-410D-A5A1-5DF38F7EE568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A7679C-F4A0-4820-B838-59662F12B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D4C987-8D12-4BB8-B196-3EAE3325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AD7C-4BE8-4791-AA48-00BDAE2F71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9080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B1076-DCDB-49C9-9AEC-0AD79799A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873D13-CDD2-4C51-B34F-BE1D36637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82D813-35C7-43AF-9BD0-70E6D2E3C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5C9D-BA32-410D-A5A1-5DF38F7EE568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2282F0-2E3B-47D4-9FCB-138D1D7C5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99302D-8356-4D73-94B0-F51D7603B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AD7C-4BE8-4791-AA48-00BDAE2F71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45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AB92B-90E6-4B45-8307-F6855C45A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C2782A-8015-4708-A6BC-460CA9557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C6B668-24DA-4FBC-9DC1-3CE48034D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348506-FD55-4F36-9AE2-A934933E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5C9D-BA32-410D-A5A1-5DF38F7EE568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C4230F-F709-4DCC-B3DA-FD78BB66D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D0ABCE-4953-4B15-B537-9506EE41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AD7C-4BE8-4791-AA48-00BDAE2F71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1D0A7-B7E7-4D81-B297-787FD2597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295727-E975-4113-B424-D339A409E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552782-C31E-4CFB-AE55-352BB9EB6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A2CDB5F-A863-441C-9669-D20888A77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D3046B6-2663-4A64-A9E0-D320E0955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8AAD394-25FF-4F28-80C9-37CDD0670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5C9D-BA32-410D-A5A1-5DF38F7EE568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25E975D-D46E-43FE-8646-814C98CD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D445138-8606-4C20-AE02-D53DBAE3D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AD7C-4BE8-4791-AA48-00BDAE2F71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402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2A110-A0D3-4680-93EC-66771585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8A8385-5EF9-4BAD-A5BF-1823099C7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5C9D-BA32-410D-A5A1-5DF38F7EE568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C7656C-27E3-4A0F-AD05-C2F684372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F142C60-5FAF-4B99-A564-D55FB5F92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AD7C-4BE8-4791-AA48-00BDAE2F71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14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0E5F854-D360-425C-BE5D-D7217A837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5C9D-BA32-410D-A5A1-5DF38F7EE568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2B4204-0AE1-43FF-8142-B09B97225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11EE08-A613-4E39-AEB4-AB175910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AD7C-4BE8-4791-AA48-00BDAE2F71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24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B30E2-A768-43B9-86AA-A5A0E8E0A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CD2114-990F-4966-B553-002758C4B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B1750E-55F7-41F1-AF00-F373C940B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7AF8024-3CE1-460B-B985-B92EF10E2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5C9D-BA32-410D-A5A1-5DF38F7EE568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476D70-F112-4086-A55C-97BF1DD2E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F0E85B-62FE-4C63-AD7F-3805BEF2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AD7C-4BE8-4791-AA48-00BDAE2F71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0369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EA1E3-7CB5-4677-AC9C-D886FF5D2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6053EC6-7134-4F0B-9240-D69736195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489FFF-1A73-4CC9-A797-DBCC5C07F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8199D1-4EB1-46E3-8DFC-557B05BE8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5C9D-BA32-410D-A5A1-5DF38F7EE568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54C7EC-164D-442E-BEE4-7010222B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800E3E-C087-42A7-91BF-2F6BE4E5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AD7C-4BE8-4791-AA48-00BDAE2F71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69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77148-0470-4C2F-AF7F-C74FAEBB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D693D7-1900-4FDC-8C30-B3CBC1092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DE8154-0AA9-484A-8AC6-9D6AB57D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5C9D-BA32-410D-A5A1-5DF38F7EE568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D147DF-BF09-4043-8EDB-9FAF8F124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2F366E-7C0F-4C8A-A7EC-5E2E7ADE1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AD7C-4BE8-4791-AA48-00BDAE2F71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35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2987BD-95FF-4DE4-9C98-635C3536B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D1294B-EFDF-49A9-B40F-9CE70D9C3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7BC7F8-C340-460E-9216-AE7DB782D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5C9D-BA32-410D-A5A1-5DF38F7EE568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7600C3-2945-417B-9CF7-E9A32F28D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2F7C5-CBF1-400F-AFBB-339BCB93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7AD7C-4BE8-4791-AA48-00BDAE2F71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4464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F4B82EC-CF2E-419B-9AF1-22DA17062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8365BE-B65C-45F4-95E3-9DC975951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5A6F83-A998-4F98-90E8-AE33EB30A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85C9D-BA32-410D-A5A1-5DF38F7EE568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17CA08-4FDD-4905-8C95-C787CE9C7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65BB84-A432-4E59-BF73-A0C33CCE2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7AD7C-4BE8-4791-AA48-00BDAE2F71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23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776E729A-F8FE-4B85-AAC9-78D4C77009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59A8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77D8F12-FAC8-4502-A0D8-72A7A295F3C5}"/>
              </a:ext>
            </a:extLst>
          </p:cNvPr>
          <p:cNvSpPr/>
          <p:nvPr/>
        </p:nvSpPr>
        <p:spPr>
          <a:xfrm>
            <a:off x="1574" y="2088759"/>
            <a:ext cx="2424113" cy="571500"/>
          </a:xfrm>
          <a:prstGeom prst="rect">
            <a:avLst/>
          </a:prstGeom>
          <a:solidFill>
            <a:srgbClr val="0048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Único Canto Arredondado 2">
            <a:extLst>
              <a:ext uri="{FF2B5EF4-FFF2-40B4-BE49-F238E27FC236}">
                <a16:creationId xmlns:a16="http://schemas.microsoft.com/office/drawing/2014/main" id="{53AE2FAF-D0D1-4462-A3BB-357234B38444}"/>
              </a:ext>
            </a:extLst>
          </p:cNvPr>
          <p:cNvSpPr/>
          <p:nvPr/>
        </p:nvSpPr>
        <p:spPr>
          <a:xfrm flipH="1">
            <a:off x="2435088" y="-1"/>
            <a:ext cx="9756912" cy="6858001"/>
          </a:xfrm>
          <a:prstGeom prst="round1Rect">
            <a:avLst>
              <a:gd name="adj" fmla="val 0"/>
            </a:avLst>
          </a:prstGeom>
          <a:solidFill>
            <a:srgbClr val="D3D3D3"/>
          </a:solidFill>
          <a:ln>
            <a:noFill/>
          </a:ln>
          <a:effectLst>
            <a:outerShdw blurRad="762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Título 1">
            <a:extLst>
              <a:ext uri="{FF2B5EF4-FFF2-40B4-BE49-F238E27FC236}">
                <a16:creationId xmlns:a16="http://schemas.microsoft.com/office/drawing/2014/main" id="{A9D2138C-51B9-4856-871B-728DAEED3B48}"/>
              </a:ext>
            </a:extLst>
          </p:cNvPr>
          <p:cNvSpPr txBox="1">
            <a:spLocks/>
          </p:cNvSpPr>
          <p:nvPr/>
        </p:nvSpPr>
        <p:spPr>
          <a:xfrm>
            <a:off x="862968" y="2198286"/>
            <a:ext cx="1572120" cy="3905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300" dirty="0">
                <a:solidFill>
                  <a:schemeClr val="bg1"/>
                </a:solidFill>
                <a:latin typeface="Segoe UI Light" panose="020B0502040204020203" pitchFamily="34" charset="0"/>
                <a:ea typeface="Roboto" panose="02000000000000000000" pitchFamily="2" charset="0"/>
                <a:cs typeface="Segoe UI Light" panose="020B0502040204020203" pitchFamily="34" charset="0"/>
              </a:rPr>
              <a:t>Resumo</a:t>
            </a:r>
          </a:p>
        </p:txBody>
      </p:sp>
      <p:pic>
        <p:nvPicPr>
          <p:cNvPr id="98" name="Gráfico 97">
            <a:extLst>
              <a:ext uri="{FF2B5EF4-FFF2-40B4-BE49-F238E27FC236}">
                <a16:creationId xmlns:a16="http://schemas.microsoft.com/office/drawing/2014/main" id="{7DC1D6C4-7E32-41CF-B4C5-F5D3E9D54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290" y="2241309"/>
            <a:ext cx="203718" cy="266400"/>
          </a:xfrm>
          <a:prstGeom prst="rect">
            <a:avLst/>
          </a:prstGeom>
        </p:spPr>
      </p:pic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733DCD7C-ECFE-44A9-8F94-039DAC76DDD8}"/>
              </a:ext>
            </a:extLst>
          </p:cNvPr>
          <p:cNvGrpSpPr>
            <a:grpSpLocks noChangeAspect="1"/>
          </p:cNvGrpSpPr>
          <p:nvPr/>
        </p:nvGrpSpPr>
        <p:grpSpPr>
          <a:xfrm>
            <a:off x="492427" y="3050405"/>
            <a:ext cx="286281" cy="266400"/>
            <a:chOff x="1875735" y="1868223"/>
            <a:chExt cx="2649190" cy="2465219"/>
          </a:xfrm>
          <a:solidFill>
            <a:schemeClr val="bg1"/>
          </a:solidFill>
        </p:grpSpPr>
        <p:sp>
          <p:nvSpPr>
            <p:cNvPr id="101" name="Forma Livre: Forma 100">
              <a:extLst>
                <a:ext uri="{FF2B5EF4-FFF2-40B4-BE49-F238E27FC236}">
                  <a16:creationId xmlns:a16="http://schemas.microsoft.com/office/drawing/2014/main" id="{34B935A8-7E6E-459F-8400-92ED17EDEE99}"/>
                </a:ext>
              </a:extLst>
            </p:cNvPr>
            <p:cNvSpPr/>
            <p:nvPr/>
          </p:nvSpPr>
          <p:spPr>
            <a:xfrm>
              <a:off x="1875735" y="3634350"/>
              <a:ext cx="2649190" cy="699092"/>
            </a:xfrm>
            <a:custGeom>
              <a:avLst/>
              <a:gdLst>
                <a:gd name="connsiteX0" fmla="*/ 2649191 w 2649190"/>
                <a:gd name="connsiteY0" fmla="*/ 349546 h 699092"/>
                <a:gd name="connsiteX1" fmla="*/ 2410028 w 2649190"/>
                <a:gd name="connsiteY1" fmla="*/ 110383 h 699092"/>
                <a:gd name="connsiteX2" fmla="*/ 2223069 w 2649190"/>
                <a:gd name="connsiteY2" fmla="*/ 110383 h 699092"/>
                <a:gd name="connsiteX3" fmla="*/ 1713924 w 2649190"/>
                <a:gd name="connsiteY3" fmla="*/ 110383 h 699092"/>
                <a:gd name="connsiteX4" fmla="*/ 239163 w 2649190"/>
                <a:gd name="connsiteY4" fmla="*/ 110383 h 699092"/>
                <a:gd name="connsiteX5" fmla="*/ 0 w 2649190"/>
                <a:gd name="connsiteY5" fmla="*/ 349546 h 699092"/>
                <a:gd name="connsiteX6" fmla="*/ 239163 w 2649190"/>
                <a:gd name="connsiteY6" fmla="*/ 588709 h 699092"/>
                <a:gd name="connsiteX7" fmla="*/ 1713924 w 2649190"/>
                <a:gd name="connsiteY7" fmla="*/ 588709 h 699092"/>
                <a:gd name="connsiteX8" fmla="*/ 2223069 w 2649190"/>
                <a:gd name="connsiteY8" fmla="*/ 588709 h 699092"/>
                <a:gd name="connsiteX9" fmla="*/ 2410028 w 2649190"/>
                <a:gd name="connsiteY9" fmla="*/ 588709 h 699092"/>
                <a:gd name="connsiteX10" fmla="*/ 2649191 w 2649190"/>
                <a:gd name="connsiteY10" fmla="*/ 349546 h 699092"/>
                <a:gd name="connsiteX11" fmla="*/ 239163 w 2649190"/>
                <a:gd name="connsiteY11" fmla="*/ 515120 h 699092"/>
                <a:gd name="connsiteX12" fmla="*/ 73589 w 2649190"/>
                <a:gd name="connsiteY12" fmla="*/ 349546 h 699092"/>
                <a:gd name="connsiteX13" fmla="*/ 239163 w 2649190"/>
                <a:gd name="connsiteY13" fmla="*/ 183972 h 699092"/>
                <a:gd name="connsiteX14" fmla="*/ 1660741 w 2649190"/>
                <a:gd name="connsiteY14" fmla="*/ 183972 h 699092"/>
                <a:gd name="connsiteX15" fmla="*/ 1660741 w 2649190"/>
                <a:gd name="connsiteY15" fmla="*/ 515120 h 699092"/>
                <a:gd name="connsiteX16" fmla="*/ 1968496 w 2649190"/>
                <a:gd name="connsiteY16" fmla="*/ 625503 h 699092"/>
                <a:gd name="connsiteX17" fmla="*/ 1692539 w 2649190"/>
                <a:gd name="connsiteY17" fmla="*/ 349546 h 699092"/>
                <a:gd name="connsiteX18" fmla="*/ 1968496 w 2649190"/>
                <a:gd name="connsiteY18" fmla="*/ 73589 h 699092"/>
                <a:gd name="connsiteX19" fmla="*/ 2244453 w 2649190"/>
                <a:gd name="connsiteY19" fmla="*/ 349546 h 699092"/>
                <a:gd name="connsiteX20" fmla="*/ 1968496 w 2649190"/>
                <a:gd name="connsiteY20" fmla="*/ 625503 h 699092"/>
                <a:gd name="connsiteX21" fmla="*/ 2276251 w 2649190"/>
                <a:gd name="connsiteY21" fmla="*/ 183972 h 699092"/>
                <a:gd name="connsiteX22" fmla="*/ 2410028 w 2649190"/>
                <a:gd name="connsiteY22" fmla="*/ 183972 h 699092"/>
                <a:gd name="connsiteX23" fmla="*/ 2575602 w 2649190"/>
                <a:gd name="connsiteY23" fmla="*/ 349546 h 699092"/>
                <a:gd name="connsiteX24" fmla="*/ 2410028 w 2649190"/>
                <a:gd name="connsiteY24" fmla="*/ 515120 h 699092"/>
                <a:gd name="connsiteX25" fmla="*/ 2276251 w 2649190"/>
                <a:gd name="connsiteY25" fmla="*/ 515120 h 699092"/>
                <a:gd name="connsiteX26" fmla="*/ 2318042 w 2649190"/>
                <a:gd name="connsiteY26" fmla="*/ 349546 h 699092"/>
                <a:gd name="connsiteX27" fmla="*/ 2276251 w 2649190"/>
                <a:gd name="connsiteY27" fmla="*/ 183972 h 699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649190" h="699092">
                  <a:moveTo>
                    <a:pt x="2649191" y="349546"/>
                  </a:moveTo>
                  <a:cubicBezTo>
                    <a:pt x="2649191" y="217668"/>
                    <a:pt x="2541906" y="110383"/>
                    <a:pt x="2410028" y="110383"/>
                  </a:cubicBezTo>
                  <a:lnTo>
                    <a:pt x="2223069" y="110383"/>
                  </a:lnTo>
                  <a:cubicBezTo>
                    <a:pt x="2084729" y="-36772"/>
                    <a:pt x="1852307" y="-36816"/>
                    <a:pt x="1713924" y="110383"/>
                  </a:cubicBezTo>
                  <a:lnTo>
                    <a:pt x="239163" y="110383"/>
                  </a:lnTo>
                  <a:cubicBezTo>
                    <a:pt x="107292" y="110383"/>
                    <a:pt x="0" y="217668"/>
                    <a:pt x="0" y="349546"/>
                  </a:cubicBezTo>
                  <a:cubicBezTo>
                    <a:pt x="0" y="481424"/>
                    <a:pt x="107292" y="588709"/>
                    <a:pt x="239163" y="588709"/>
                  </a:cubicBezTo>
                  <a:lnTo>
                    <a:pt x="1713924" y="588709"/>
                  </a:lnTo>
                  <a:cubicBezTo>
                    <a:pt x="1852263" y="735864"/>
                    <a:pt x="2084685" y="735908"/>
                    <a:pt x="2223069" y="588709"/>
                  </a:cubicBezTo>
                  <a:lnTo>
                    <a:pt x="2410028" y="588709"/>
                  </a:lnTo>
                  <a:cubicBezTo>
                    <a:pt x="2541906" y="588709"/>
                    <a:pt x="2649191" y="481424"/>
                    <a:pt x="2649191" y="349546"/>
                  </a:cubicBezTo>
                  <a:close/>
                  <a:moveTo>
                    <a:pt x="239163" y="515120"/>
                  </a:moveTo>
                  <a:cubicBezTo>
                    <a:pt x="147862" y="515120"/>
                    <a:pt x="73589" y="440840"/>
                    <a:pt x="73589" y="349546"/>
                  </a:cubicBezTo>
                  <a:cubicBezTo>
                    <a:pt x="73589" y="258252"/>
                    <a:pt x="147862" y="183972"/>
                    <a:pt x="239163" y="183972"/>
                  </a:cubicBezTo>
                  <a:lnTo>
                    <a:pt x="1660741" y="183972"/>
                  </a:lnTo>
                  <a:cubicBezTo>
                    <a:pt x="1605770" y="285730"/>
                    <a:pt x="1604240" y="410529"/>
                    <a:pt x="1660741" y="515120"/>
                  </a:cubicBezTo>
                  <a:close/>
                  <a:moveTo>
                    <a:pt x="1968496" y="625503"/>
                  </a:moveTo>
                  <a:cubicBezTo>
                    <a:pt x="1816329" y="625503"/>
                    <a:pt x="1692539" y="501713"/>
                    <a:pt x="1692539" y="349546"/>
                  </a:cubicBezTo>
                  <a:cubicBezTo>
                    <a:pt x="1692539" y="197379"/>
                    <a:pt x="1816329" y="73589"/>
                    <a:pt x="1968496" y="73589"/>
                  </a:cubicBezTo>
                  <a:cubicBezTo>
                    <a:pt x="2120663" y="73589"/>
                    <a:pt x="2244453" y="197379"/>
                    <a:pt x="2244453" y="349546"/>
                  </a:cubicBezTo>
                  <a:cubicBezTo>
                    <a:pt x="2244453" y="501713"/>
                    <a:pt x="2120663" y="625503"/>
                    <a:pt x="1968496" y="625503"/>
                  </a:cubicBezTo>
                  <a:close/>
                  <a:moveTo>
                    <a:pt x="2276251" y="183972"/>
                  </a:moveTo>
                  <a:lnTo>
                    <a:pt x="2410028" y="183972"/>
                  </a:lnTo>
                  <a:cubicBezTo>
                    <a:pt x="2501322" y="183972"/>
                    <a:pt x="2575602" y="258252"/>
                    <a:pt x="2575602" y="349546"/>
                  </a:cubicBezTo>
                  <a:cubicBezTo>
                    <a:pt x="2575602" y="440840"/>
                    <a:pt x="2501322" y="515120"/>
                    <a:pt x="2410028" y="515120"/>
                  </a:cubicBezTo>
                  <a:lnTo>
                    <a:pt x="2276251" y="515120"/>
                  </a:lnTo>
                  <a:cubicBezTo>
                    <a:pt x="2302890" y="465809"/>
                    <a:pt x="2318042" y="409418"/>
                    <a:pt x="2318042" y="349546"/>
                  </a:cubicBezTo>
                  <a:cubicBezTo>
                    <a:pt x="2318042" y="289674"/>
                    <a:pt x="2302890" y="233283"/>
                    <a:pt x="2276251" y="183972"/>
                  </a:cubicBezTo>
                  <a:close/>
                </a:path>
              </a:pathLst>
            </a:custGeom>
            <a:grpFill/>
            <a:ln w="7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B40A0D47-9E20-4A5D-A15C-407DED3B60B9}"/>
                </a:ext>
              </a:extLst>
            </p:cNvPr>
            <p:cNvSpPr/>
            <p:nvPr/>
          </p:nvSpPr>
          <p:spPr>
            <a:xfrm>
              <a:off x="1875735" y="2751287"/>
              <a:ext cx="2649190" cy="699092"/>
            </a:xfrm>
            <a:custGeom>
              <a:avLst/>
              <a:gdLst>
                <a:gd name="connsiteX0" fmla="*/ 239163 w 2649190"/>
                <a:gd name="connsiteY0" fmla="*/ 588709 h 699092"/>
                <a:gd name="connsiteX1" fmla="*/ 426122 w 2649190"/>
                <a:gd name="connsiteY1" fmla="*/ 588709 h 699092"/>
                <a:gd name="connsiteX2" fmla="*/ 935267 w 2649190"/>
                <a:gd name="connsiteY2" fmla="*/ 588709 h 699092"/>
                <a:gd name="connsiteX3" fmla="*/ 2410028 w 2649190"/>
                <a:gd name="connsiteY3" fmla="*/ 588709 h 699092"/>
                <a:gd name="connsiteX4" fmla="*/ 2649191 w 2649190"/>
                <a:gd name="connsiteY4" fmla="*/ 349546 h 699092"/>
                <a:gd name="connsiteX5" fmla="*/ 2410028 w 2649190"/>
                <a:gd name="connsiteY5" fmla="*/ 110383 h 699092"/>
                <a:gd name="connsiteX6" fmla="*/ 935267 w 2649190"/>
                <a:gd name="connsiteY6" fmla="*/ 110383 h 699092"/>
                <a:gd name="connsiteX7" fmla="*/ 426122 w 2649190"/>
                <a:gd name="connsiteY7" fmla="*/ 110383 h 699092"/>
                <a:gd name="connsiteX8" fmla="*/ 239163 w 2649190"/>
                <a:gd name="connsiteY8" fmla="*/ 110383 h 699092"/>
                <a:gd name="connsiteX9" fmla="*/ 0 w 2649190"/>
                <a:gd name="connsiteY9" fmla="*/ 349546 h 699092"/>
                <a:gd name="connsiteX10" fmla="*/ 239163 w 2649190"/>
                <a:gd name="connsiteY10" fmla="*/ 588709 h 699092"/>
                <a:gd name="connsiteX11" fmla="*/ 2410028 w 2649190"/>
                <a:gd name="connsiteY11" fmla="*/ 183972 h 699092"/>
                <a:gd name="connsiteX12" fmla="*/ 2575602 w 2649190"/>
                <a:gd name="connsiteY12" fmla="*/ 349546 h 699092"/>
                <a:gd name="connsiteX13" fmla="*/ 2410028 w 2649190"/>
                <a:gd name="connsiteY13" fmla="*/ 515120 h 699092"/>
                <a:gd name="connsiteX14" fmla="*/ 988450 w 2649190"/>
                <a:gd name="connsiteY14" fmla="*/ 515120 h 699092"/>
                <a:gd name="connsiteX15" fmla="*/ 988450 w 2649190"/>
                <a:gd name="connsiteY15" fmla="*/ 183972 h 699092"/>
                <a:gd name="connsiteX16" fmla="*/ 680695 w 2649190"/>
                <a:gd name="connsiteY16" fmla="*/ 73589 h 699092"/>
                <a:gd name="connsiteX17" fmla="*/ 956652 w 2649190"/>
                <a:gd name="connsiteY17" fmla="*/ 349546 h 699092"/>
                <a:gd name="connsiteX18" fmla="*/ 680695 w 2649190"/>
                <a:gd name="connsiteY18" fmla="*/ 625503 h 699092"/>
                <a:gd name="connsiteX19" fmla="*/ 404738 w 2649190"/>
                <a:gd name="connsiteY19" fmla="*/ 349546 h 699092"/>
                <a:gd name="connsiteX20" fmla="*/ 680695 w 2649190"/>
                <a:gd name="connsiteY20" fmla="*/ 73589 h 699092"/>
                <a:gd name="connsiteX21" fmla="*/ 239163 w 2649190"/>
                <a:gd name="connsiteY21" fmla="*/ 183972 h 699092"/>
                <a:gd name="connsiteX22" fmla="*/ 372940 w 2649190"/>
                <a:gd name="connsiteY22" fmla="*/ 183972 h 699092"/>
                <a:gd name="connsiteX23" fmla="*/ 372940 w 2649190"/>
                <a:gd name="connsiteY23" fmla="*/ 515120 h 699092"/>
                <a:gd name="connsiteX24" fmla="*/ 239163 w 2649190"/>
                <a:gd name="connsiteY24" fmla="*/ 515120 h 699092"/>
                <a:gd name="connsiteX25" fmla="*/ 73589 w 2649190"/>
                <a:gd name="connsiteY25" fmla="*/ 349546 h 699092"/>
                <a:gd name="connsiteX26" fmla="*/ 239163 w 2649190"/>
                <a:gd name="connsiteY26" fmla="*/ 183972 h 699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49190" h="699092">
                  <a:moveTo>
                    <a:pt x="239163" y="588709"/>
                  </a:moveTo>
                  <a:lnTo>
                    <a:pt x="426122" y="588709"/>
                  </a:lnTo>
                  <a:cubicBezTo>
                    <a:pt x="564454" y="735864"/>
                    <a:pt x="796884" y="735908"/>
                    <a:pt x="935267" y="588709"/>
                  </a:cubicBezTo>
                  <a:lnTo>
                    <a:pt x="2410028" y="588709"/>
                  </a:lnTo>
                  <a:cubicBezTo>
                    <a:pt x="2541906" y="588709"/>
                    <a:pt x="2649191" y="481424"/>
                    <a:pt x="2649191" y="349546"/>
                  </a:cubicBezTo>
                  <a:cubicBezTo>
                    <a:pt x="2649191" y="217675"/>
                    <a:pt x="2541906" y="110383"/>
                    <a:pt x="2410028" y="110383"/>
                  </a:cubicBezTo>
                  <a:lnTo>
                    <a:pt x="935267" y="110383"/>
                  </a:lnTo>
                  <a:cubicBezTo>
                    <a:pt x="796950" y="-36765"/>
                    <a:pt x="564506" y="-36824"/>
                    <a:pt x="426122" y="110383"/>
                  </a:cubicBezTo>
                  <a:lnTo>
                    <a:pt x="239163" y="110383"/>
                  </a:lnTo>
                  <a:cubicBezTo>
                    <a:pt x="107292" y="110383"/>
                    <a:pt x="0" y="217675"/>
                    <a:pt x="0" y="349546"/>
                  </a:cubicBezTo>
                  <a:cubicBezTo>
                    <a:pt x="0" y="481424"/>
                    <a:pt x="107292" y="588709"/>
                    <a:pt x="239163" y="588709"/>
                  </a:cubicBezTo>
                  <a:close/>
                  <a:moveTo>
                    <a:pt x="2410028" y="183972"/>
                  </a:moveTo>
                  <a:cubicBezTo>
                    <a:pt x="2501322" y="183972"/>
                    <a:pt x="2575602" y="258245"/>
                    <a:pt x="2575602" y="349546"/>
                  </a:cubicBezTo>
                  <a:cubicBezTo>
                    <a:pt x="2575602" y="440840"/>
                    <a:pt x="2501322" y="515120"/>
                    <a:pt x="2410028" y="515120"/>
                  </a:cubicBezTo>
                  <a:lnTo>
                    <a:pt x="988450" y="515120"/>
                  </a:lnTo>
                  <a:cubicBezTo>
                    <a:pt x="1043421" y="413362"/>
                    <a:pt x="1044951" y="288556"/>
                    <a:pt x="988450" y="183972"/>
                  </a:cubicBezTo>
                  <a:close/>
                  <a:moveTo>
                    <a:pt x="680695" y="73589"/>
                  </a:moveTo>
                  <a:cubicBezTo>
                    <a:pt x="832861" y="73589"/>
                    <a:pt x="956652" y="197379"/>
                    <a:pt x="956652" y="349546"/>
                  </a:cubicBezTo>
                  <a:cubicBezTo>
                    <a:pt x="956652" y="501713"/>
                    <a:pt x="832861" y="625503"/>
                    <a:pt x="680695" y="625503"/>
                  </a:cubicBezTo>
                  <a:cubicBezTo>
                    <a:pt x="528528" y="625503"/>
                    <a:pt x="404738" y="501713"/>
                    <a:pt x="404738" y="349546"/>
                  </a:cubicBezTo>
                  <a:cubicBezTo>
                    <a:pt x="404738" y="197379"/>
                    <a:pt x="528528" y="73589"/>
                    <a:pt x="680695" y="73589"/>
                  </a:cubicBezTo>
                  <a:close/>
                  <a:moveTo>
                    <a:pt x="239163" y="183972"/>
                  </a:moveTo>
                  <a:lnTo>
                    <a:pt x="372940" y="183972"/>
                  </a:lnTo>
                  <a:cubicBezTo>
                    <a:pt x="317969" y="285730"/>
                    <a:pt x="316439" y="410529"/>
                    <a:pt x="372940" y="515120"/>
                  </a:cubicBezTo>
                  <a:lnTo>
                    <a:pt x="239163" y="515120"/>
                  </a:lnTo>
                  <a:cubicBezTo>
                    <a:pt x="147862" y="515120"/>
                    <a:pt x="73589" y="440840"/>
                    <a:pt x="73589" y="349546"/>
                  </a:cubicBezTo>
                  <a:cubicBezTo>
                    <a:pt x="73589" y="258245"/>
                    <a:pt x="147862" y="183972"/>
                    <a:pt x="239163" y="183972"/>
                  </a:cubicBezTo>
                  <a:close/>
                </a:path>
              </a:pathLst>
            </a:custGeom>
            <a:grpFill/>
            <a:ln w="7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3" name="Forma Livre: Forma 102">
              <a:extLst>
                <a:ext uri="{FF2B5EF4-FFF2-40B4-BE49-F238E27FC236}">
                  <a16:creationId xmlns:a16="http://schemas.microsoft.com/office/drawing/2014/main" id="{115D2DF7-A0DA-40D2-867E-4E1B74D1850B}"/>
                </a:ext>
              </a:extLst>
            </p:cNvPr>
            <p:cNvSpPr/>
            <p:nvPr/>
          </p:nvSpPr>
          <p:spPr>
            <a:xfrm>
              <a:off x="1875735" y="1868223"/>
              <a:ext cx="2649190" cy="699092"/>
            </a:xfrm>
            <a:custGeom>
              <a:avLst/>
              <a:gdLst>
                <a:gd name="connsiteX0" fmla="*/ 239163 w 2649190"/>
                <a:gd name="connsiteY0" fmla="*/ 588709 h 699092"/>
                <a:gd name="connsiteX1" fmla="*/ 1713924 w 2649190"/>
                <a:gd name="connsiteY1" fmla="*/ 588709 h 699092"/>
                <a:gd name="connsiteX2" fmla="*/ 2223069 w 2649190"/>
                <a:gd name="connsiteY2" fmla="*/ 588709 h 699092"/>
                <a:gd name="connsiteX3" fmla="*/ 2410028 w 2649190"/>
                <a:gd name="connsiteY3" fmla="*/ 588709 h 699092"/>
                <a:gd name="connsiteX4" fmla="*/ 2649191 w 2649190"/>
                <a:gd name="connsiteY4" fmla="*/ 349546 h 699092"/>
                <a:gd name="connsiteX5" fmla="*/ 2410028 w 2649190"/>
                <a:gd name="connsiteY5" fmla="*/ 110383 h 699092"/>
                <a:gd name="connsiteX6" fmla="*/ 2223069 w 2649190"/>
                <a:gd name="connsiteY6" fmla="*/ 110383 h 699092"/>
                <a:gd name="connsiteX7" fmla="*/ 1713924 w 2649190"/>
                <a:gd name="connsiteY7" fmla="*/ 110383 h 699092"/>
                <a:gd name="connsiteX8" fmla="*/ 239163 w 2649190"/>
                <a:gd name="connsiteY8" fmla="*/ 110383 h 699092"/>
                <a:gd name="connsiteX9" fmla="*/ 0 w 2649190"/>
                <a:gd name="connsiteY9" fmla="*/ 349546 h 699092"/>
                <a:gd name="connsiteX10" fmla="*/ 239163 w 2649190"/>
                <a:gd name="connsiteY10" fmla="*/ 588709 h 699092"/>
                <a:gd name="connsiteX11" fmla="*/ 2410028 w 2649190"/>
                <a:gd name="connsiteY11" fmla="*/ 183972 h 699092"/>
                <a:gd name="connsiteX12" fmla="*/ 2575602 w 2649190"/>
                <a:gd name="connsiteY12" fmla="*/ 349546 h 699092"/>
                <a:gd name="connsiteX13" fmla="*/ 2410028 w 2649190"/>
                <a:gd name="connsiteY13" fmla="*/ 515120 h 699092"/>
                <a:gd name="connsiteX14" fmla="*/ 2276251 w 2649190"/>
                <a:gd name="connsiteY14" fmla="*/ 515120 h 699092"/>
                <a:gd name="connsiteX15" fmla="*/ 2276251 w 2649190"/>
                <a:gd name="connsiteY15" fmla="*/ 183972 h 699092"/>
                <a:gd name="connsiteX16" fmla="*/ 1968496 w 2649190"/>
                <a:gd name="connsiteY16" fmla="*/ 73589 h 699092"/>
                <a:gd name="connsiteX17" fmla="*/ 2244453 w 2649190"/>
                <a:gd name="connsiteY17" fmla="*/ 349546 h 699092"/>
                <a:gd name="connsiteX18" fmla="*/ 1968496 w 2649190"/>
                <a:gd name="connsiteY18" fmla="*/ 625503 h 699092"/>
                <a:gd name="connsiteX19" fmla="*/ 1692539 w 2649190"/>
                <a:gd name="connsiteY19" fmla="*/ 349546 h 699092"/>
                <a:gd name="connsiteX20" fmla="*/ 1968496 w 2649190"/>
                <a:gd name="connsiteY20" fmla="*/ 73589 h 699092"/>
                <a:gd name="connsiteX21" fmla="*/ 239163 w 2649190"/>
                <a:gd name="connsiteY21" fmla="*/ 183972 h 699092"/>
                <a:gd name="connsiteX22" fmla="*/ 1660741 w 2649190"/>
                <a:gd name="connsiteY22" fmla="*/ 183972 h 699092"/>
                <a:gd name="connsiteX23" fmla="*/ 1660741 w 2649190"/>
                <a:gd name="connsiteY23" fmla="*/ 515120 h 699092"/>
                <a:gd name="connsiteX24" fmla="*/ 239163 w 2649190"/>
                <a:gd name="connsiteY24" fmla="*/ 515120 h 699092"/>
                <a:gd name="connsiteX25" fmla="*/ 73589 w 2649190"/>
                <a:gd name="connsiteY25" fmla="*/ 349546 h 699092"/>
                <a:gd name="connsiteX26" fmla="*/ 239163 w 2649190"/>
                <a:gd name="connsiteY26" fmla="*/ 183972 h 699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49190" h="699092">
                  <a:moveTo>
                    <a:pt x="239163" y="588709"/>
                  </a:moveTo>
                  <a:lnTo>
                    <a:pt x="1713924" y="588709"/>
                  </a:lnTo>
                  <a:cubicBezTo>
                    <a:pt x="1852248" y="735857"/>
                    <a:pt x="2084685" y="735916"/>
                    <a:pt x="2223069" y="588709"/>
                  </a:cubicBezTo>
                  <a:lnTo>
                    <a:pt x="2410028" y="588709"/>
                  </a:lnTo>
                  <a:cubicBezTo>
                    <a:pt x="2541906" y="588709"/>
                    <a:pt x="2649191" y="481417"/>
                    <a:pt x="2649191" y="349546"/>
                  </a:cubicBezTo>
                  <a:cubicBezTo>
                    <a:pt x="2649191" y="217675"/>
                    <a:pt x="2541906" y="110383"/>
                    <a:pt x="2410028" y="110383"/>
                  </a:cubicBezTo>
                  <a:lnTo>
                    <a:pt x="2223069" y="110383"/>
                  </a:lnTo>
                  <a:cubicBezTo>
                    <a:pt x="2084744" y="-36765"/>
                    <a:pt x="1852307" y="-36824"/>
                    <a:pt x="1713924" y="110383"/>
                  </a:cubicBezTo>
                  <a:lnTo>
                    <a:pt x="239163" y="110383"/>
                  </a:lnTo>
                  <a:cubicBezTo>
                    <a:pt x="107292" y="110383"/>
                    <a:pt x="0" y="217675"/>
                    <a:pt x="0" y="349546"/>
                  </a:cubicBezTo>
                  <a:cubicBezTo>
                    <a:pt x="0" y="481417"/>
                    <a:pt x="107292" y="588709"/>
                    <a:pt x="239163" y="588709"/>
                  </a:cubicBezTo>
                  <a:close/>
                  <a:moveTo>
                    <a:pt x="2410028" y="183972"/>
                  </a:moveTo>
                  <a:cubicBezTo>
                    <a:pt x="2501322" y="183972"/>
                    <a:pt x="2575602" y="258245"/>
                    <a:pt x="2575602" y="349546"/>
                  </a:cubicBezTo>
                  <a:cubicBezTo>
                    <a:pt x="2575602" y="440847"/>
                    <a:pt x="2501322" y="515120"/>
                    <a:pt x="2410028" y="515120"/>
                  </a:cubicBezTo>
                  <a:lnTo>
                    <a:pt x="2276251" y="515120"/>
                  </a:lnTo>
                  <a:cubicBezTo>
                    <a:pt x="2331222" y="413362"/>
                    <a:pt x="2332752" y="288556"/>
                    <a:pt x="2276251" y="183972"/>
                  </a:cubicBezTo>
                  <a:close/>
                  <a:moveTo>
                    <a:pt x="1968496" y="73589"/>
                  </a:moveTo>
                  <a:cubicBezTo>
                    <a:pt x="2120663" y="73589"/>
                    <a:pt x="2244453" y="197379"/>
                    <a:pt x="2244453" y="349546"/>
                  </a:cubicBezTo>
                  <a:cubicBezTo>
                    <a:pt x="2244453" y="501713"/>
                    <a:pt x="2120663" y="625503"/>
                    <a:pt x="1968496" y="625503"/>
                  </a:cubicBezTo>
                  <a:cubicBezTo>
                    <a:pt x="1816329" y="625503"/>
                    <a:pt x="1692539" y="501713"/>
                    <a:pt x="1692539" y="349546"/>
                  </a:cubicBezTo>
                  <a:cubicBezTo>
                    <a:pt x="1692539" y="197379"/>
                    <a:pt x="1816329" y="73589"/>
                    <a:pt x="1968496" y="73589"/>
                  </a:cubicBezTo>
                  <a:close/>
                  <a:moveTo>
                    <a:pt x="239163" y="183972"/>
                  </a:moveTo>
                  <a:lnTo>
                    <a:pt x="1660741" y="183972"/>
                  </a:lnTo>
                  <a:cubicBezTo>
                    <a:pt x="1605770" y="285730"/>
                    <a:pt x="1604240" y="410536"/>
                    <a:pt x="1660741" y="515120"/>
                  </a:cubicBezTo>
                  <a:lnTo>
                    <a:pt x="239163" y="515120"/>
                  </a:lnTo>
                  <a:cubicBezTo>
                    <a:pt x="147862" y="515120"/>
                    <a:pt x="73589" y="440847"/>
                    <a:pt x="73589" y="349546"/>
                  </a:cubicBezTo>
                  <a:cubicBezTo>
                    <a:pt x="73589" y="258245"/>
                    <a:pt x="147862" y="183972"/>
                    <a:pt x="239163" y="183972"/>
                  </a:cubicBezTo>
                  <a:close/>
                </a:path>
              </a:pathLst>
            </a:custGeom>
            <a:grpFill/>
            <a:ln w="7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04" name="Título 1">
            <a:extLst>
              <a:ext uri="{FF2B5EF4-FFF2-40B4-BE49-F238E27FC236}">
                <a16:creationId xmlns:a16="http://schemas.microsoft.com/office/drawing/2014/main" id="{35E22D1F-9699-40D0-B416-3F18E893E942}"/>
              </a:ext>
            </a:extLst>
          </p:cNvPr>
          <p:cNvSpPr txBox="1">
            <a:spLocks/>
          </p:cNvSpPr>
          <p:nvPr/>
        </p:nvSpPr>
        <p:spPr>
          <a:xfrm>
            <a:off x="880386" y="3003246"/>
            <a:ext cx="1227088" cy="3905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300" dirty="0">
                <a:solidFill>
                  <a:schemeClr val="bg1"/>
                </a:solidFill>
                <a:latin typeface="Segoe UI Light" panose="020B0502040204020203" pitchFamily="34" charset="0"/>
                <a:ea typeface="Roboto" panose="02000000000000000000" pitchFamily="2" charset="0"/>
                <a:cs typeface="Segoe UI Light" panose="020B0502040204020203" pitchFamily="34" charset="0"/>
              </a:rPr>
              <a:t>Seleção do dashboard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F49D3560-E69C-4DF5-9C73-AC05204558C4}"/>
              </a:ext>
            </a:extLst>
          </p:cNvPr>
          <p:cNvSpPr/>
          <p:nvPr/>
        </p:nvSpPr>
        <p:spPr>
          <a:xfrm>
            <a:off x="2576513" y="1445622"/>
            <a:ext cx="4625475" cy="2621280"/>
          </a:xfrm>
          <a:prstGeom prst="roundRect">
            <a:avLst>
              <a:gd name="adj" fmla="val 2262"/>
            </a:avLst>
          </a:prstGeom>
          <a:solidFill>
            <a:schemeClr val="bg1"/>
          </a:solidFill>
          <a:ln>
            <a:noFill/>
          </a:ln>
          <a:effectLst>
            <a:outerShdw blurRad="762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E97B39A-7F24-4197-93C0-47DC25CB02EB}"/>
              </a:ext>
            </a:extLst>
          </p:cNvPr>
          <p:cNvSpPr/>
          <p:nvPr/>
        </p:nvSpPr>
        <p:spPr>
          <a:xfrm>
            <a:off x="2573810" y="152399"/>
            <a:ext cx="2259581" cy="1135415"/>
          </a:xfrm>
          <a:prstGeom prst="roundRect">
            <a:avLst>
              <a:gd name="adj" fmla="val 8267"/>
            </a:avLst>
          </a:prstGeom>
          <a:solidFill>
            <a:schemeClr val="bg1"/>
          </a:solidFill>
          <a:ln>
            <a:noFill/>
          </a:ln>
          <a:effectLst>
            <a:outerShdw blurRad="762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935186F5-9DE7-41D7-857F-605DE99F1F9A}"/>
              </a:ext>
            </a:extLst>
          </p:cNvPr>
          <p:cNvSpPr/>
          <p:nvPr/>
        </p:nvSpPr>
        <p:spPr>
          <a:xfrm>
            <a:off x="4957399" y="152397"/>
            <a:ext cx="2259581" cy="1135416"/>
          </a:xfrm>
          <a:prstGeom prst="roundRect">
            <a:avLst>
              <a:gd name="adj" fmla="val 8267"/>
            </a:avLst>
          </a:prstGeom>
          <a:solidFill>
            <a:schemeClr val="bg1"/>
          </a:solidFill>
          <a:ln>
            <a:noFill/>
          </a:ln>
          <a:effectLst>
            <a:outerShdw blurRad="762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F8A2140-86CD-4A68-A274-2872D0C033EA}"/>
              </a:ext>
            </a:extLst>
          </p:cNvPr>
          <p:cNvSpPr/>
          <p:nvPr/>
        </p:nvSpPr>
        <p:spPr>
          <a:xfrm>
            <a:off x="7375824" y="152397"/>
            <a:ext cx="2259581" cy="1135415"/>
          </a:xfrm>
          <a:prstGeom prst="roundRect">
            <a:avLst>
              <a:gd name="adj" fmla="val 8267"/>
            </a:avLst>
          </a:prstGeom>
          <a:solidFill>
            <a:schemeClr val="bg1"/>
          </a:solidFill>
          <a:ln>
            <a:noFill/>
          </a:ln>
          <a:effectLst>
            <a:outerShdw blurRad="762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7833D701-9EA8-4878-B64F-01A8912E35C7}"/>
              </a:ext>
            </a:extLst>
          </p:cNvPr>
          <p:cNvSpPr/>
          <p:nvPr/>
        </p:nvSpPr>
        <p:spPr>
          <a:xfrm>
            <a:off x="9776832" y="152397"/>
            <a:ext cx="2259581" cy="1135415"/>
          </a:xfrm>
          <a:prstGeom prst="roundRect">
            <a:avLst>
              <a:gd name="adj" fmla="val 8267"/>
            </a:avLst>
          </a:prstGeom>
          <a:solidFill>
            <a:schemeClr val="bg1"/>
          </a:solidFill>
          <a:ln>
            <a:noFill/>
          </a:ln>
          <a:effectLst>
            <a:outerShdw blurRad="762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E7B288F-1BE0-BE90-0D05-F852CC3688BD}"/>
              </a:ext>
            </a:extLst>
          </p:cNvPr>
          <p:cNvSpPr/>
          <p:nvPr/>
        </p:nvSpPr>
        <p:spPr>
          <a:xfrm>
            <a:off x="7370579" y="1449976"/>
            <a:ext cx="4625475" cy="2621280"/>
          </a:xfrm>
          <a:prstGeom prst="roundRect">
            <a:avLst>
              <a:gd name="adj" fmla="val 2262"/>
            </a:avLst>
          </a:prstGeom>
          <a:solidFill>
            <a:schemeClr val="bg1"/>
          </a:solidFill>
          <a:ln>
            <a:noFill/>
          </a:ln>
          <a:effectLst>
            <a:outerShdw blurRad="762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C2D73BC-B4F2-8E8D-3BCD-E600CDED6B40}"/>
              </a:ext>
            </a:extLst>
          </p:cNvPr>
          <p:cNvSpPr/>
          <p:nvPr/>
        </p:nvSpPr>
        <p:spPr>
          <a:xfrm>
            <a:off x="2589575" y="4132216"/>
            <a:ext cx="4625475" cy="2621280"/>
          </a:xfrm>
          <a:prstGeom prst="roundRect">
            <a:avLst>
              <a:gd name="adj" fmla="val 2262"/>
            </a:avLst>
          </a:prstGeom>
          <a:solidFill>
            <a:schemeClr val="bg1"/>
          </a:solidFill>
          <a:ln>
            <a:noFill/>
          </a:ln>
          <a:effectLst>
            <a:outerShdw blurRad="762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D909A0D-D431-2ECA-68A4-D96DACD50BFE}"/>
              </a:ext>
            </a:extLst>
          </p:cNvPr>
          <p:cNvSpPr/>
          <p:nvPr/>
        </p:nvSpPr>
        <p:spPr>
          <a:xfrm>
            <a:off x="7370580" y="4132217"/>
            <a:ext cx="4625475" cy="2621280"/>
          </a:xfrm>
          <a:prstGeom prst="roundRect">
            <a:avLst>
              <a:gd name="adj" fmla="val 2262"/>
            </a:avLst>
          </a:prstGeom>
          <a:solidFill>
            <a:schemeClr val="bg1"/>
          </a:solidFill>
          <a:ln>
            <a:noFill/>
          </a:ln>
          <a:effectLst>
            <a:outerShdw blurRad="762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0CA54CE-FEF1-CAB5-8B79-81C5504BBEA9}"/>
              </a:ext>
            </a:extLst>
          </p:cNvPr>
          <p:cNvSpPr/>
          <p:nvPr/>
        </p:nvSpPr>
        <p:spPr>
          <a:xfrm>
            <a:off x="222801" y="137050"/>
            <a:ext cx="1815005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800" b="0" cap="none" spc="0" dirty="0">
                <a:ln w="0"/>
                <a:solidFill>
                  <a:schemeClr val="bg2">
                    <a:lumMod val="90000"/>
                  </a:schemeClr>
                </a:solidFill>
                <a:effectLst/>
              </a:rPr>
              <a:t>Análise </a:t>
            </a:r>
          </a:p>
          <a:p>
            <a:pPr algn="ctr"/>
            <a:r>
              <a:rPr lang="pt-BR" sz="2800" b="0" cap="none" spc="0" dirty="0">
                <a:ln w="0"/>
                <a:solidFill>
                  <a:schemeClr val="bg2">
                    <a:lumMod val="90000"/>
                  </a:schemeClr>
                </a:solidFill>
                <a:effectLst/>
              </a:rPr>
              <a:t>de </a:t>
            </a:r>
          </a:p>
          <a:p>
            <a:pPr algn="ctr"/>
            <a:r>
              <a:rPr lang="pt-BR" sz="2800" b="0" cap="none" spc="0" dirty="0">
                <a:ln w="0"/>
                <a:solidFill>
                  <a:schemeClr val="bg2">
                    <a:lumMod val="90000"/>
                  </a:schemeClr>
                </a:solidFill>
                <a:effectLst/>
              </a:rPr>
              <a:t>Fraude</a:t>
            </a:r>
          </a:p>
        </p:txBody>
      </p:sp>
    </p:spTree>
    <p:extLst>
      <p:ext uri="{BB962C8B-B14F-4D97-AF65-F5344CB8AC3E}">
        <p14:creationId xmlns:p14="http://schemas.microsoft.com/office/powerpoint/2010/main" val="1105406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506DBADB-BE51-CF04-A83A-314D9EED842C}"/>
              </a:ext>
            </a:extLst>
          </p:cNvPr>
          <p:cNvGrpSpPr/>
          <p:nvPr/>
        </p:nvGrpSpPr>
        <p:grpSpPr>
          <a:xfrm>
            <a:off x="2080125" y="1854925"/>
            <a:ext cx="6497818" cy="1994264"/>
            <a:chOff x="2080125" y="1854925"/>
            <a:chExt cx="6497818" cy="1994264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7BC5CAA0-4458-2A14-26CB-FBC29635A1D5}"/>
                </a:ext>
              </a:extLst>
            </p:cNvPr>
            <p:cNvSpPr/>
            <p:nvPr/>
          </p:nvSpPr>
          <p:spPr>
            <a:xfrm>
              <a:off x="2080125" y="1854925"/>
              <a:ext cx="6497818" cy="1994264"/>
            </a:xfrm>
            <a:prstGeom prst="roundRect">
              <a:avLst>
                <a:gd name="adj" fmla="val 2262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2BE3EA2A-203A-2615-0CB3-4A245670D6D7}"/>
                </a:ext>
              </a:extLst>
            </p:cNvPr>
            <p:cNvCxnSpPr/>
            <p:nvPr/>
          </p:nvCxnSpPr>
          <p:spPr>
            <a:xfrm>
              <a:off x="2142309" y="2168434"/>
              <a:ext cx="6372000" cy="0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headEnd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luxograma: Terminação 15">
              <a:extLst>
                <a:ext uri="{FF2B5EF4-FFF2-40B4-BE49-F238E27FC236}">
                  <a16:creationId xmlns:a16="http://schemas.microsoft.com/office/drawing/2014/main" id="{7AB2116B-9DD0-3C4B-1255-9E406ECD3869}"/>
                </a:ext>
              </a:extLst>
            </p:cNvPr>
            <p:cNvSpPr/>
            <p:nvPr/>
          </p:nvSpPr>
          <p:spPr>
            <a:xfrm>
              <a:off x="6772276" y="3333751"/>
              <a:ext cx="838200" cy="323850"/>
            </a:xfrm>
            <a:prstGeom prst="flowChartTerminator">
              <a:avLst/>
            </a:prstGeom>
            <a:solidFill>
              <a:srgbClr val="59A8A3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Fluxograma: Terminação 16">
              <a:extLst>
                <a:ext uri="{FF2B5EF4-FFF2-40B4-BE49-F238E27FC236}">
                  <a16:creationId xmlns:a16="http://schemas.microsoft.com/office/drawing/2014/main" id="{C1C47048-3438-058B-8377-858167E14232}"/>
                </a:ext>
              </a:extLst>
            </p:cNvPr>
            <p:cNvSpPr/>
            <p:nvPr/>
          </p:nvSpPr>
          <p:spPr>
            <a:xfrm>
              <a:off x="7667626" y="3333751"/>
              <a:ext cx="838200" cy="323850"/>
            </a:xfrm>
            <a:prstGeom prst="flowChartTerminator">
              <a:avLst/>
            </a:prstGeom>
            <a:solidFill>
              <a:srgbClr val="59A8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862823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1172</TotalTime>
  <Words>7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Laennder Alves</dc:creator>
  <cp:lastModifiedBy>Igor Passos</cp:lastModifiedBy>
  <cp:revision>15</cp:revision>
  <dcterms:created xsi:type="dcterms:W3CDTF">2021-10-19T12:13:48Z</dcterms:created>
  <dcterms:modified xsi:type="dcterms:W3CDTF">2026-04-09T20:09:17Z</dcterms:modified>
</cp:coreProperties>
</file>